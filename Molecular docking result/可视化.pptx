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9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3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4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5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3492"/>
          <a:stretch>
            <a:fillRect/>
          </a:stretch>
        </p:blipFill>
        <p:spPr>
          <a:xfrm>
            <a:off x="0" y="1064260"/>
            <a:ext cx="5351780" cy="4445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420" y="1457960"/>
            <a:ext cx="4980305" cy="43427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DMD-4-Phenylbutyric Acid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9310"/>
          <a:stretch>
            <a:fillRect/>
          </a:stretch>
        </p:blipFill>
        <p:spPr>
          <a:xfrm>
            <a:off x="0" y="1225550"/>
            <a:ext cx="5313680" cy="46970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815" y="1643380"/>
            <a:ext cx="5208905" cy="41763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DMD-Artenimol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2729"/>
          <a:stretch>
            <a:fillRect/>
          </a:stretch>
        </p:blipFill>
        <p:spPr>
          <a:xfrm>
            <a:off x="0" y="1529080"/>
            <a:ext cx="5716270" cy="52508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3205"/>
          <a:stretch>
            <a:fillRect/>
          </a:stretch>
        </p:blipFill>
        <p:spPr>
          <a:xfrm>
            <a:off x="5955665" y="1547495"/>
            <a:ext cx="5158105" cy="42722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DMD-Bosutinib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397"/>
          <a:stretch>
            <a:fillRect/>
          </a:stretch>
        </p:blipFill>
        <p:spPr>
          <a:xfrm>
            <a:off x="0" y="1212215"/>
            <a:ext cx="5405120" cy="44392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060" y="1529080"/>
            <a:ext cx="5142230" cy="412242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DMD-Creatine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2787"/>
          <a:stretch>
            <a:fillRect/>
          </a:stretch>
        </p:blipFill>
        <p:spPr>
          <a:xfrm>
            <a:off x="0" y="1249680"/>
            <a:ext cx="5478780" cy="50361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530" y="1201420"/>
            <a:ext cx="5761355" cy="46183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DMD-Dequalinium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8255"/>
          <a:stretch>
            <a:fillRect/>
          </a:stretch>
        </p:blipFill>
        <p:spPr>
          <a:xfrm>
            <a:off x="0" y="846455"/>
            <a:ext cx="5794375" cy="50628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0" y="1551940"/>
            <a:ext cx="5078730" cy="42773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DMD-Enflurane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5007"/>
          <a:stretch>
            <a:fillRect/>
          </a:stretch>
        </p:blipFill>
        <p:spPr>
          <a:xfrm>
            <a:off x="0" y="770890"/>
            <a:ext cx="5782945" cy="5454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2849"/>
          <a:stretch>
            <a:fillRect/>
          </a:stretch>
        </p:blipFill>
        <p:spPr>
          <a:xfrm>
            <a:off x="5941060" y="1567180"/>
            <a:ext cx="5153660" cy="42525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DMD-Fostamatinib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8820"/>
          <a:stretch>
            <a:fillRect/>
          </a:stretch>
        </p:blipFill>
        <p:spPr>
          <a:xfrm>
            <a:off x="81915" y="1158240"/>
            <a:ext cx="5192395" cy="45421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7201" b="3805"/>
          <a:stretch>
            <a:fillRect/>
          </a:stretch>
        </p:blipFill>
        <p:spPr>
          <a:xfrm>
            <a:off x="5955665" y="1529080"/>
            <a:ext cx="5196205" cy="431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DMD-Glutamic acid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665" y="1455420"/>
            <a:ext cx="5126990" cy="4364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5427"/>
          <a:stretch>
            <a:fillRect/>
          </a:stretch>
        </p:blipFill>
        <p:spPr>
          <a:xfrm>
            <a:off x="0" y="899160"/>
            <a:ext cx="5367020" cy="45491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DMD-Phenethyl Isothiocyanate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563"/>
          <a:stretch>
            <a:fillRect/>
          </a:stretch>
        </p:blipFill>
        <p:spPr>
          <a:xfrm>
            <a:off x="0" y="1150620"/>
            <a:ext cx="5334635" cy="43891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060" y="1628140"/>
            <a:ext cx="5135245" cy="41173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DMD-Pyridoxal phosphate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6055"/>
          <a:stretch>
            <a:fillRect/>
          </a:stretch>
        </p:blipFill>
        <p:spPr>
          <a:xfrm>
            <a:off x="0" y="997585"/>
            <a:ext cx="5251450" cy="44811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1674495"/>
            <a:ext cx="5170170" cy="41452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DMD-Quinidine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943"/>
          <a:stretch>
            <a:fillRect/>
          </a:stretch>
        </p:blipFill>
        <p:spPr>
          <a:xfrm>
            <a:off x="0" y="846455"/>
            <a:ext cx="6136640" cy="50685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665" y="1701165"/>
            <a:ext cx="5127625" cy="41103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DMD-Seletracetam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8780"/>
          <a:stretch>
            <a:fillRect/>
          </a:stretch>
        </p:blipFill>
        <p:spPr>
          <a:xfrm>
            <a:off x="0" y="1439545"/>
            <a:ext cx="5654040" cy="49688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3173"/>
          <a:stretch>
            <a:fillRect/>
          </a:stretch>
        </p:blipFill>
        <p:spPr>
          <a:xfrm>
            <a:off x="5941060" y="1553210"/>
            <a:ext cx="5153660" cy="42665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DMD-Vemurafenib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6810" y="1588770"/>
            <a:ext cx="4582160" cy="42233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4997"/>
          <a:stretch>
            <a:fillRect/>
          </a:stretch>
        </p:blipFill>
        <p:spPr>
          <a:xfrm>
            <a:off x="0" y="1142365"/>
            <a:ext cx="5420995" cy="45739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DMD-Verapamil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" y="1698625"/>
            <a:ext cx="6017895" cy="48240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3047"/>
          <a:stretch>
            <a:fillRect/>
          </a:stretch>
        </p:blipFill>
        <p:spPr>
          <a:xfrm>
            <a:off x="5941695" y="1586230"/>
            <a:ext cx="5153025" cy="42608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DYSF-Aspartic acid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6455"/>
            <a:ext cx="6530340" cy="52355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060" y="1651635"/>
            <a:ext cx="5199380" cy="41681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DYSF-Dequalinium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045" y="2011045"/>
            <a:ext cx="5828030" cy="46716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060" y="1551940"/>
            <a:ext cx="5189220" cy="416052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DYSF-Enflurane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65" y="1889125"/>
            <a:ext cx="5789295" cy="46412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065" y="1551940"/>
            <a:ext cx="5113655" cy="40995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DYSF-ORE-1001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1060" y="1551940"/>
            <a:ext cx="5114925" cy="41001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" y="1777365"/>
            <a:ext cx="5568315" cy="446341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DYSF-Phosphoaminophosphonic Acid-Adenylate Ester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2015" y="1730375"/>
            <a:ext cx="5101590" cy="4089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05" y="1394460"/>
            <a:ext cx="5189855" cy="416052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440180" y="3429000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03170" y="1529080"/>
            <a:ext cx="3452495" cy="19037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495550" y="4316730"/>
            <a:ext cx="3460115" cy="15303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UTRN-Artenimol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665" y="1551940"/>
            <a:ext cx="5276215" cy="42297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9640"/>
            <a:ext cx="5294630" cy="42443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UTRN-Fostamatinib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665" y="1566545"/>
            <a:ext cx="5305425" cy="42532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6139"/>
          <a:stretch>
            <a:fillRect/>
          </a:stretch>
        </p:blipFill>
        <p:spPr>
          <a:xfrm>
            <a:off x="0" y="2186940"/>
            <a:ext cx="5058410" cy="43205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72740" y="323913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923665" y="1529080"/>
            <a:ext cx="2032000" cy="172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29380" y="4133215"/>
            <a:ext cx="2026285" cy="1713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UTRN-Gavestinel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4365" y="1551940"/>
            <a:ext cx="5380355" cy="43129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3965"/>
            <a:ext cx="5419725" cy="43440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99160" y="4133215"/>
            <a:ext cx="1056640" cy="89408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1060" y="1551940"/>
            <a:ext cx="5153660" cy="42678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954530" y="1529080"/>
            <a:ext cx="4001135" cy="2589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954530" y="5048250"/>
            <a:ext cx="4001135" cy="798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3060" y="478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UTRN-Zanubrutinib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/>
          <p:nvPr/>
        </p:nvGraphicFramePr>
        <p:xfrm>
          <a:off x="3875088" y="1303020"/>
          <a:ext cx="4441825" cy="4114800"/>
        </p:xfrm>
        <a:graphic>
          <a:graphicData uri="http://schemas.openxmlformats.org/drawingml/2006/table">
            <a:tbl>
              <a:tblPr/>
              <a:tblGrid>
                <a:gridCol w="3756025"/>
                <a:gridCol w="685800"/>
              </a:tblGrid>
              <a:tr h="171450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对接组合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结合能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DMD-4-Phenylbutyric Acid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-5.5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DMD-Artenimol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-6.3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DMD-Bosutinib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-7.7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DMD-Creatine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-4.2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DMD-Dequalinium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-7.1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DMD-Enflurane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-4.5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DMD-Fostamatinib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-6.7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DMD-Glutamic acid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-4.5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DMD-Phenethyl Isothiocyanate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-4.3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DMD-Pyridoxal phosphate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-5.3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DMD-Quinidine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-6.4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DMD-Seletracetam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-5.2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DMD-Vemurafenib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-7.9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DMD-Verapamil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-5.4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DYSF-Aspartic acid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-4.8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DYSF-Dequalinium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-5.2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DYSF-Enflurane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-4.5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DYSF-ORE-1001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-5.9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DYSF-Phosphoaminophosphonic Acid-Adenylate Ester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-6.4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UTRN-Artenimol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-6.4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UTRN-Fostamatinib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-6.5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UTRN-Gavestinel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-7.8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UTRN-Zanubrutinib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-7.4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</Words>
  <Application>WPS 演示</Application>
  <PresentationFormat>宽屏</PresentationFormat>
  <Paragraphs>142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Faith</cp:lastModifiedBy>
  <cp:revision>160</cp:revision>
  <dcterms:created xsi:type="dcterms:W3CDTF">2019-06-19T02:08:00Z</dcterms:created>
  <dcterms:modified xsi:type="dcterms:W3CDTF">2026-03-22T13:40:15Z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F8310C97C31B4EECAD1887A5EDCE1DB8_13</vt:lpwstr>
  </property>
</Properties>
</file>